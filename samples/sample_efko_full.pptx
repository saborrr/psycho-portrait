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887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7315200" cy="822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91386">
                <a:tc>
                  <a:txBody>
                    <a:bodyPr/>
                    <a:lstStyle/>
                    <a:p>
                      <a:r>
                        <a:t>ФИО: Иванов Алексей Сергеевич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Должность: Мастер цеха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Подразделение: Тестовое подразделение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Возраст: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Пол: мужской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Образование: высшее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Опыт работы: 5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ПСИ 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 балл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L - Лжи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K - Коррекции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1 - Ипохондрия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2 - Депрессия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3 - Истероидность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4 - Психопатия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5 - Феминизированность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6 - Паранойяльность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7 - Психастения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8 - Шизоидность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9 - Гипомания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0 - Соц.интроверсия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Джентльмен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Здравомыслие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Код профиля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3-4-9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Тип профиля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пиковый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ИНТЕЛЛЕКТ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Логический интеллект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Образный интеллект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Лексика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АКТИВНОСТЬ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Физическая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Интеллектуальная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Коммуникационная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ЭМПАТИЯ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Созн. | Бессозн.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Сознательная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Бессознательная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2 рода,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| 55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Постмодерн,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Готовность к командировкам / обучению в НОЦ / переезду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да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ПАРАДИГМА ОТНОШЕНИЯ К РАБОТОДАТЕЛЮ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Лояльный</a:t>
                      </a:r>
                    </a:p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ГЛУБИНА ЭЧВ и ЭЧМ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91386">
                <a:tc>
                  <a:txBody>
                    <a:bodyPr/>
                    <a:lstStyle/>
                    <a:p>
                      <a:r>
                        <a:t>ЭЧВ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191388">
                <a:tc>
                  <a:txBody>
                    <a:bodyPr/>
                    <a:lstStyle/>
                    <a:p>
                      <a:r>
                        <a:t>ЭЧМ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Тест «Служебные отношения 1» — синтетика</a:t>
            </a:r>
          </a:p>
          <a:p>
            <a:pPr>
              <a:defRPr sz="1400"/>
            </a:pPr>
            <a:r>
              <a:t>Тест «Служебные отношения 2»</a:t>
            </a:r>
          </a:p>
          <a:p>
            <a:pPr>
              <a:defRPr sz="1400"/>
            </a:pPr>
            <a:r>
              <a:t>Тест «Логическое мышление»</a:t>
            </a:r>
          </a:p>
          <a:p>
            <a:pPr>
              <a:defRPr sz="1400"/>
            </a:pPr>
            <a:r>
              <a:t>Тест «Лексика»</a:t>
            </a:r>
          </a:p>
          <a:p>
            <a:pPr>
              <a:defRPr sz="1400"/>
            </a:pPr>
            <a:r>
              <a:t>Тест «Жизненные парадигмы»</a:t>
            </a:r>
          </a:p>
          <a:p>
            <a:pPr>
              <a:defRPr sz="1400"/>
            </a:pPr>
            <a:r>
              <a:t>Тест «Визуальные образы»</a:t>
            </a:r>
          </a:p>
          <a:p>
            <a:pPr>
              <a:defRPr sz="1400"/>
            </a:pPr>
            <a:r>
              <a:t>Тест «Восприятие отношений»</a:t>
            </a:r>
          </a:p>
          <a:p>
            <a:pPr>
              <a:defRPr sz="1400"/>
            </a:pPr>
            <a:r>
              <a:t>Тест «Образное мышление»</a:t>
            </a:r>
          </a:p>
          <a:p>
            <a:pPr>
              <a:defRPr sz="1400"/>
            </a:pPr>
            <a:r>
              <a:t>Тест «Социальные отношения 1»</a:t>
            </a:r>
          </a:p>
          <a:p>
            <a:pPr>
              <a:defRPr sz="1400"/>
            </a:pPr>
            <a:r>
              <a:t>Тест «Социокультурный взгляд 1»</a:t>
            </a:r>
          </a:p>
          <a:p>
            <a:pPr>
              <a:defRPr sz="1400"/>
            </a:pPr>
            <a:r>
              <a:t>Тест «Социальные ориентиры»</a:t>
            </a:r>
          </a:p>
          <a:p>
            <a:pPr>
              <a:defRPr sz="1400"/>
            </a:pPr>
            <a:r>
              <a:t>Тест «Социокультурный взгляд 2»</a:t>
            </a:r>
          </a:p>
          <a:p>
            <a:pPr>
              <a:defRPr sz="1400"/>
            </a:pPr>
            <a:r>
              <a:t>Тест «Организация труда»</a:t>
            </a:r>
          </a:p>
          <a:p>
            <a:pPr>
              <a:defRPr sz="1400"/>
            </a:pPr>
            <a:r>
              <a:t>Тест «Предпочтения в деятельности»</a:t>
            </a:r>
          </a:p>
          <a:p>
            <a:pPr>
              <a:defRPr sz="1400"/>
            </a:pPr>
            <a:r>
              <a:t>Тест «Социальные отношения 2»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73152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92369">
                <a:tc>
                  <a:txBody>
                    <a:bodyPr/>
                    <a:lstStyle/>
                    <a:p>
                      <a:r>
                        <a:t>АЗАРТ К ЖИЗНИ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сознательная / бессознательная оценка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ГАРМОНИЯ РАДОСТИ / ДИСКОМФОРТА. ПАРАДИГМА «Я НЕ МОГУ ЭТО НЕ СДЕЛАТЬ»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ОТНОШЕНИЕ К МОДЕЛИ ДОСТИЖЕНИЯ УСПЕХА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ОТНОШЕНИЕ К ДИСКОМФОРТУ В РАБОТЕ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ВТР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СЭДО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Опрятность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Норматив командировок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МОДЕЛЬ ПО ОТНОШЕНИЮ К ПРАВИЛАМ БЕЗОПАСНОСТИ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Обезбашенный герой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Безынициативный исполнитель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492369">
                <a:tc>
                  <a:txBody>
                    <a:bodyPr/>
                    <a:lstStyle/>
                    <a:p>
                      <a:r>
                        <a:t>Защитник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492372">
                <a:tc>
                  <a:txBody>
                    <a:bodyPr/>
                    <a:lstStyle/>
                    <a:p>
                      <a:r>
                        <a:t>ТИПЫ ПЕРСОНАЛА ПО ОТНОШЕНИЮ К РАБОТЕ И РАЗВИТИЮ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тип Адаптивный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