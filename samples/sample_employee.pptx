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Профиль сотрудника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ФИО: Петров Пётр Петрович</a:t>
            </a:r>
          </a:p>
          <a:p>
            <a:pPr>
              <a:defRPr sz="2000"/>
            </a:pPr>
            <a:r>
              <a:t>Должность: Старший мастер участка</a:t>
            </a:r>
          </a:p>
          <a:p>
            <a:pPr>
              <a:defRPr sz="2000"/>
            </a:pPr>
            <a:r>
              <a:t>Подразделение: Цех молочной продукции №3</a:t>
            </a:r>
          </a:p>
          <a:p>
            <a:pPr>
              <a:defRPr sz="2000"/>
            </a:pPr>
            <a:r>
              <a:t>Возраст: 42</a:t>
            </a:r>
          </a:p>
          <a:p>
            <a:pPr>
              <a:defRPr sz="2000"/>
            </a:pPr>
            <a:r>
              <a:t>Пол: мужской</a:t>
            </a:r>
          </a:p>
          <a:p>
            <a:pPr>
              <a:defRPr sz="2000"/>
            </a:pPr>
            <a:r>
              <a:t>Стаж: 12</a:t>
            </a:r>
          </a:p>
          <a:p>
            <a:pPr>
              <a:defRPr sz="2000"/>
            </a:pPr>
            <a:r>
              <a:t>Образование: высшее техническое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16PF Кеттелла (стэны 1-10)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A: 7   B: 6   C: 5   E: 8</a:t>
            </a:r>
          </a:p>
          <a:p>
            <a:pPr>
              <a:defRPr sz="2000"/>
            </a:pPr>
            <a:r>
              <a:t>F: 5   G: 9   H: 6   I: 5</a:t>
            </a:r>
          </a:p>
          <a:p>
            <a:pPr>
              <a:defRPr sz="2000"/>
            </a:pPr>
            <a:r>
              <a:t>L: 4   M: 5   N: 6   O: 3</a:t>
            </a:r>
          </a:p>
          <a:p>
            <a:pPr>
              <a:defRPr sz="2000"/>
            </a:pPr>
            <a:r>
              <a:t>Q1: 5  Q2: 7  Q3: 7  Q4: 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Big Five (баллы 0-100)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Открытость: 65</a:t>
            </a:r>
          </a:p>
          <a:p>
            <a:pPr>
              <a:defRPr sz="2000"/>
            </a:pPr>
            <a:r>
              <a:t>Добросовестность: 78</a:t>
            </a:r>
          </a:p>
          <a:p>
            <a:pPr>
              <a:defRPr sz="2000"/>
            </a:pPr>
            <a:r>
              <a:t>Экстраверсия: 55</a:t>
            </a:r>
          </a:p>
          <a:p>
            <a:pPr>
              <a:defRPr sz="2000"/>
            </a:pPr>
            <a:r>
              <a:t>Доброжелательность: 70</a:t>
            </a:r>
          </a:p>
          <a:p>
            <a:pPr>
              <a:defRPr sz="2000"/>
            </a:pPr>
            <a:r>
              <a:t>Нейротизм: 35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MMPI / СМИЛ (T-баллы)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Валидность: L: 52  F: 48  K: 56</a:t>
            </a:r>
          </a:p>
          <a:p>
            <a:pPr>
              <a:defRPr sz="2000"/>
            </a:pPr>
            <a:r>
              <a:t>Клинические:</a:t>
            </a:r>
          </a:p>
          <a:p>
            <a:pPr>
              <a:defRPr sz="2000"/>
            </a:pPr>
            <a:r>
              <a:t>Hs: 55  D: 62  Hy: 50  Pd: 48</a:t>
            </a:r>
          </a:p>
          <a:p>
            <a:pPr>
              <a:defRPr sz="2000"/>
            </a:pPr>
            <a:r>
              <a:t>Mf: 50  Pa: 55  Pt: 60  Sc: 45</a:t>
            </a:r>
          </a:p>
          <a:p>
            <a:pPr>
              <a:defRPr sz="2000"/>
            </a:pPr>
            <a:r>
              <a:t>Ma: 50  Si: 55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DISC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D: 70  I: 50  S: 60  C: 75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HOLLAND RIASEC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R: 30  I: 70  A: 45  S: 65  E: 80  C: 50</a:t>
            </a:r>
          </a:p>
          <a:p>
            <a:pPr>
              <a:defRPr sz="2000"/>
            </a:pPr>
            <a:r>
              <a:t>Код: ESC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MBTI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Тип: INTJ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Амтхауэр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IQ: 115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