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Профиль сотрудника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ФИО: Иванов Алексей Сергеевич</a:t>
            </a:r>
          </a:p>
          <a:p>
            <a:pPr>
              <a:defRPr sz="2000"/>
            </a:pPr>
            <a:r>
              <a:t>Должность: Кандидат на должность мастера</a:t>
            </a:r>
          </a:p>
          <a:p>
            <a:pPr>
              <a:defRPr sz="2000"/>
            </a:pPr>
            <a:r>
              <a:t>Подразделение: Цех растительных масел</a:t>
            </a:r>
          </a:p>
          <a:p>
            <a:pPr>
              <a:defRPr sz="2000"/>
            </a:pPr>
            <a:r>
              <a:t>Возраст: 32</a:t>
            </a:r>
          </a:p>
          <a:p>
            <a:pPr>
              <a:defRPr sz="2000"/>
            </a:pPr>
            <a:r>
              <a:t>Пол: мужской</a:t>
            </a:r>
          </a:p>
          <a:p>
            <a:pPr>
              <a:defRPr sz="2000"/>
            </a:pPr>
            <a:r>
              <a:t>Образование: высшее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СМИЛ / ММИЛ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Валидность: L: 48  F: 52  K: 58</a:t>
            </a:r>
          </a:p>
          <a:p>
            <a:pPr>
              <a:defRPr sz="2000"/>
            </a:pPr>
            <a:r>
              <a:t>Hs: 50  D: 48  Hy: 55  Pd: 52</a:t>
            </a:r>
          </a:p>
          <a:p>
            <a:pPr>
              <a:defRPr sz="2000"/>
            </a:pPr>
            <a:r>
              <a:t>Mf: 50  Pa: 48  Pt: 50  Sc: 45</a:t>
            </a:r>
          </a:p>
          <a:p>
            <a:pPr>
              <a:defRPr sz="2000"/>
            </a:pPr>
            <a:r>
              <a:t>Ma: 55  Si: 48</a:t>
            </a:r>
          </a:p>
          <a:p>
            <a:pPr>
              <a:defRPr sz="2000"/>
            </a:pPr>
            <a:r>
              <a:t>Код: 3-4-9</a:t>
            </a:r>
          </a:p>
          <a:p>
            <a:pPr>
              <a:defRPr sz="2000"/>
            </a:pPr>
            <a:r>
              <a:t>Тип профиля: пиковый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Корпоративные шкалы ЭФКО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Джентльмен: 72</a:t>
            </a:r>
          </a:p>
          <a:p>
            <a:pPr>
              <a:defRPr sz="2000"/>
            </a:pPr>
            <a:r>
              <a:t>Здравомыслие: 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